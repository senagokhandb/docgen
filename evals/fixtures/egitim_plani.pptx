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Hedefler üç başlıkta.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Takvim üç haftalık.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Ölçüm iki araçla yapılır.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Çalışan Eğitim Planı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Ocak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Eğitim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Yeni çalışanların uyumu</a:t>
            </a:r>
          </a:p>
          <a:p>
            <a:r>
              <a:t>Ürün bilgisi</a:t>
            </a:r>
          </a:p>
          <a:p>
            <a:r>
              <a:t>Müşteri iletişimi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takvimi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Hafta 1: Oryantasyon</a:t>
            </a:r>
          </a:p>
          <a:p>
            <a:r>
              <a:t>Hafta 2: Ürün eğitimi</a:t>
            </a:r>
          </a:p>
          <a:p>
            <a:r>
              <a:t>Hafta 3: Saha çalışması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Ölçme ve değerlendirme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Haftalık quiz</a:t>
            </a:r>
          </a:p>
          <a:p>
            <a:r>
              <a:t>Mentor geri bildirimi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
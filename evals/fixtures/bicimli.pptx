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Genel durum: </a:t>
            </a:r>
            <a:r>
              <a:rPr u="sng" sz="2400">
                <a:solidFill>
                  <a:srgbClr val="C00000"/>
                </a:solidFill>
              </a:rPr>
              <a:t>kritik</a:t>
            </a:r>
            <a:r>
              <a:t> seviyede risk var.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Sonraki adımlar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/>
              <a:t>risk burada da izlenecek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
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Pazarlama</c:v>
                </c:pt>
                <c:pt idx="1">
                  <c:v>Satış</c:v>
                </c:pt>
                <c:pt idx="2">
                  <c:v>Ar-Ge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Strateji Sunumu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Yönetim Kurulu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Pazar görünümü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Talep büyüyor</a:t>
            </a:r>
          </a:p>
          <a:p>
            <a:r>
              <a:t>Rekabet artıyor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612648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Öncelikler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Dijital kanal</a:t>
            </a:r>
          </a:p>
          <a:p>
            <a:r>
              <a:t>Saha ekibi</a:t>
            </a:r>
          </a:p>
          <a:p>
            <a:r>
              <a:t>Müşteri deneyimi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612648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Bütçe dağılımı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Pazarlama %40</a:t>
            </a:r>
          </a:p>
          <a:p>
            <a:r>
              <a:t>Satış %35</a:t>
            </a:r>
          </a:p>
          <a:p>
            <a:r>
              <a:t>Ar-Ge %25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612648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Bütçe grafiği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
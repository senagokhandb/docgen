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Ciro artışı tüm bölgelere yayıldı.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Yeni müşteriler ikinci yarıda geldi.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Bölgede dağıtım ağı yetersiz kaldı.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Üç öncelik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 Yönetim Sunumu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Ocak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Yıl 2025'te ciro %11 arttı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Toplam ciro 12.450.000 TL</a:t>
            </a:r>
          </a:p>
          <a:p>
            <a:r>
              <a:t>Büyüme geçen yıla göre %11</a:t>
            </a:r>
          </a:p>
          <a:p>
            <a:r>
              <a:t>Marmara en büyük bölge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Müşteri tabanı genişledi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1.240 yeni müşteri kazanıldı</a:t>
            </a:r>
          </a:p>
          <a:p>
            <a:r>
              <a:t>Memnuniyet %87</a:t>
            </a:r>
          </a:p>
          <a:p>
            <a:r>
              <a:t>Terk oranı düşüyor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Karadeniz hedefin altında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Ciro 1.800.000 TL</a:t>
            </a:r>
          </a:p>
          <a:p>
            <a:r>
              <a:t>Pay %14,4</a:t>
            </a:r>
          </a:p>
          <a:p>
            <a:r>
              <a:t>Ek saha ekibi planlanıyor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Sonraki adımlar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Karadeniz için saha ekibi</a:t>
            </a:r>
          </a:p>
          <a:p>
            <a:r>
              <a:t>Dijital kanalı büyüt</a:t>
            </a:r>
          </a:p>
          <a:p>
            <a:r>
              <a:t>Memnuniyeti %90'a taşı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Teşekkürler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Sorular için ekibimize ulaşın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